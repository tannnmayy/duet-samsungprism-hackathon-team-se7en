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FB0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SAMSUNG PRISM GENAI HACKATHON 2026-27  ·  THEME 05  ·  ROUND 2  ·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DUET for Galaxy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Interrupt it, hesitate, change your mind.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acts on what you finally meant: once, and only says what happened.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SPEEDS  ·  ONE COORDINATOR  ·  REAL 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35240" y="96012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115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A GALAXY, TODAY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0" y="13716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· 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0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· repeated actions in 36 spoken test conversations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0" y="19385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0.9 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0" y="1984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“Sure.” after you stop talking (p50)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63840" y="25054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0" y="2551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actions by the fast mind in 62 decisions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0" y="3072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3118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1: FDB-v3 Pass@1 (GPT-Realtime 0.60)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HEAR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words, while it talks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24328" y="459028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80360" y="41148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495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ROUTE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44952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mind or cloud mind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64608" y="459028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20640" y="41148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WAIT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until you're done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04888" y="459028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60920" y="41148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ACT ONCE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25512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on words you took back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45168" y="459028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0" y="41148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6579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CONFIRM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65792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device's own reply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5486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SE7EN</a:t>
            </a:r>
            <a:pPr indent="0" marL="0">
              <a:buNone/>
            </a:pPr>
            <a:r>
              <a:rPr lang="en-US" sz="130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SRM Institute of Science and Technology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815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Tanmay Singh  ·  Panshul Arora  ·  Naman Rai  ·  Devansh Goenka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6217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4 E2B on our GPU  ·  Gemma 4 26B in the cloud  ·  LiveKit  ·  Whisper  ·  Kokoro  ·  SmartThings  ·  Android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assistants act on the first thing you said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correct themselves mid-sentence. An agent that acts at the end of every phrase does the wrong thing, or both things.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7223760" cy="329184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105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“Set an alarm for 6:30…  no, make it 7.”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6766560" cy="694944"/>
          </a:xfrm>
          <a:prstGeom prst="roundRect">
            <a:avLst>
              <a:gd name="adj" fmla="val 13158"/>
            </a:avLst>
          </a:prstGeom>
          <a:solidFill>
            <a:srgbClr val="FBE9E9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greedy assistant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set_alarm(6:30)   then   set_alarm(7:00)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761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alarms: you wake at 6:30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6766560" cy="694944"/>
          </a:xfrm>
          <a:prstGeom prst="roundRect">
            <a:avLst>
              <a:gd name="adj" fmla="val 13158"/>
            </a:avLst>
          </a:prstGeom>
          <a:solidFill>
            <a:srgbClr val="FCF1E1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cautious 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waits for you to confirm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584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slow, and asks what you already said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6766560" cy="694944"/>
          </a:xfrm>
          <a:prstGeom prst="roundRect">
            <a:avLst>
              <a:gd name="adj" fmla="val 13158"/>
            </a:avLst>
          </a:prstGeom>
          <a:solidFill>
            <a:srgbClr val="E4F3EA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4114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6:30 never runs  ·  7:00 runs once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44074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“Sure. Alarm set for 7 in the morning.”  ~1.5 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01000" y="1645920"/>
            <a:ext cx="3685032" cy="329184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SELF-CORRECTIONS, FULL-DUPLEX-BENCH V3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83880" y="22402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DUET (Round 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92640" y="2267712"/>
            <a:ext cx="146304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2267712"/>
            <a:ext cx="1287475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01400" y="22402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3880" y="2743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GPT-Realtime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92640" y="2770632"/>
            <a:ext cx="146304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2770632"/>
            <a:ext cx="860268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01400" y="2743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0.59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32461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Live 3.1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92640" y="3273552"/>
            <a:ext cx="146304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3273552"/>
            <a:ext cx="516453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01400" y="32461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83880" y="3749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Whisper → GPT-4o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92640" y="3776472"/>
            <a:ext cx="146304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92640" y="3776472"/>
            <a:ext cx="257495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01400" y="37490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0.18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83880" y="4297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Pass@1 on the benchmark's self-correction items. Baselines from the FDB-v3 paper: “models commit intermediate parameters before the correction arrives.”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" y="513892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5248656"/>
            <a:ext cx="54864" cy="92354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" y="524865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NEEDS IT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4088" y="5541264"/>
            <a:ext cx="3300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whose hands or eyes are busy: driving, cooking, an older person living alone.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79392" y="513892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79392" y="5248656"/>
            <a:ext cx="54864" cy="923544"/>
          </a:xfrm>
          <a:prstGeom prst="rect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524865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GOES WRONG TODAY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480560" y="5541264"/>
            <a:ext cx="3300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actions, duplicate actions, claims of “done” that did not happen, silence while it thinks.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55864" y="513892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55864" y="5248656"/>
            <a:ext cx="54864" cy="923544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57032" y="524865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DUET CHANGES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57032" y="5541264"/>
            <a:ext cx="3300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Acting is gated by deterministic code, not by the model's timing. The model can be wrong about when; the user never pays for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phone is the ears, mouth and hands; two minds share one coordinator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runs where in today's demo. Every arrow into the phone or the home passes the coordinator first.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2926080" cy="4480560"/>
          </a:xfrm>
          <a:prstGeom prst="roundRect">
            <a:avLst>
              <a:gd name="adj" fmla="val 3125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GALAXY S24 · DUET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585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Microphone + speaker (echo cancelled)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136392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timeline: what it heard, planned, held back, did, and where it ran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4078224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422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Hands: DUET alarms, timers, Maps, calls, texts, settings, battery, apps, torch, media, volume, calendar, contacts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5020056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8406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listening with Google Maps in front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169164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E6EB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8288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EDGE MACHINE (LAPTOP, RTX 3060)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219456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2304288"/>
            <a:ext cx="54864" cy="603504"/>
          </a:xfrm>
          <a:prstGeom prst="rect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23042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1688" y="2596896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Silero VAD · Whisper large-v3-turbo · LiveKit turn detector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60520" y="3136392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20" y="3246120"/>
            <a:ext cx="54864" cy="603504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3246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 mind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61688" y="353872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4 E2B on the GPU (llama.cpp): simple phone actions, decided in about 0.2 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60520" y="4078224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4187952"/>
            <a:ext cx="54864" cy="603504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61688" y="418795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Coordinator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61688" y="448056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epochs · commit gate · ledger · failure policy · guards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60520" y="5020056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60520" y="5129784"/>
            <a:ext cx="54864" cy="603504"/>
          </a:xfrm>
          <a:prstGeom prst="rect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61688" y="51297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Mouth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61688" y="54223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Kokoro-82M; fixed lines pre-rendered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32520" y="1691640"/>
            <a:ext cx="2953512" cy="4480560"/>
          </a:xfrm>
          <a:prstGeom prst="roundRect">
            <a:avLst>
              <a:gd name="adj" fmla="val 309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1540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15400" y="2194560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2304288"/>
            <a:ext cx="54864" cy="89611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16568" y="230428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 mind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16568" y="2596896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4 26B (Google API): questions, explanations, the weather, the web, care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15400" y="3447288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15400" y="3557016"/>
            <a:ext cx="54864" cy="896112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16568" y="355701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SmartThings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16568" y="3849624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home: 7 devices, live in Samsung's app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915400" y="4700016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15400" y="4809744"/>
            <a:ext cx="54864" cy="896112"/>
          </a:xfrm>
          <a:prstGeom prst="rect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16568" y="48097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LiveKit Cloud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16568" y="5102352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WebRTC audio and the phone's tool calls (RPC)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3931920"/>
            <a:ext cx="548640" cy="91"/>
          </a:xfrm>
          <a:prstGeom prst="line">
            <a:avLst/>
          </a:prstGeom>
          <a:noFill/>
          <a:ln w="19050">
            <a:solidFill>
              <a:srgbClr val="1428A0"/>
            </a:solidFill>
            <a:prstDash val="solid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183880" y="2743200"/>
            <a:ext cx="548640" cy="91"/>
          </a:xfrm>
          <a:prstGeom prst="line">
            <a:avLst/>
          </a:prstGeom>
          <a:noFill/>
          <a:ln w="19050">
            <a:solidFill>
              <a:srgbClr val="1428A0"/>
            </a:solidFill>
            <a:prstDash val="solid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183880" y="4023360"/>
            <a:ext cx="548640" cy="91"/>
          </a:xfrm>
          <a:prstGeom prst="line">
            <a:avLst/>
          </a:prstGeom>
          <a:noFill/>
          <a:ln w="19050">
            <a:solidFill>
              <a:srgbClr val="B8680A"/>
            </a:solidFill>
            <a:prstDash val="solid"/>
            <a:headEnd type="triangl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02920" y="6236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actions never wait for the cloud; questions never wait for the phone. Models are configuration; the coordinator is the product.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SPEEDS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small Gemma acts in about a second, and hands over anything unclear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on-device and cloud split, as today's assistants use, with one guarantee for both: code checks every plan before it runs.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4F5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words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80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37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 mind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Gemma 4 E2B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7373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5B3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37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by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17373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5B3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737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9640" y="17373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737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Phone · home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2167128"/>
            <a:ext cx="32004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2167128"/>
            <a:ext cx="32004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0" y="2167128"/>
            <a:ext cx="32004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0" y="2167128"/>
            <a:ext cx="32004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61320" y="1737360"/>
            <a:ext cx="1124712" cy="868680"/>
          </a:xfrm>
          <a:prstGeom prst="roundRect">
            <a:avLst>
              <a:gd name="adj" fmla="val 10526"/>
            </a:avLst>
          </a:prstGeom>
          <a:solidFill>
            <a:srgbClr val="E4F3EA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61320" y="173736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“Sure.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Torch on.”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41280" y="2167128"/>
            <a:ext cx="320040" cy="91"/>
          </a:xfrm>
          <a:prstGeom prst="line">
            <a:avLst/>
          </a:prstGeom>
          <a:noFill/>
          <a:ln w="19050">
            <a:solidFill>
              <a:srgbClr val="13804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26280" y="2880360"/>
            <a:ext cx="3703320" cy="777240"/>
          </a:xfrm>
          <a:prstGeom prst="roundRect">
            <a:avLst>
              <a:gd name="adj" fmla="val 11765"/>
            </a:avLst>
          </a:prstGeom>
          <a:solidFill>
            <a:srgbClr val="E6EB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926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else → the cloud mind, Gemma 4 26B,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told what the fast mind already did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55848" y="2606040"/>
            <a:ext cx="1170432" cy="640080"/>
          </a:xfrm>
          <a:prstGeom prst="line">
            <a:avLst/>
          </a:prstGeom>
          <a:noFill/>
          <a:ln w="19050">
            <a:solidFill>
              <a:srgbClr val="1428A0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02920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FAST MIND MAY ACT ONLY WHEN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Named in your words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4224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“open the shopping apps” is not open_app(apps); “dentist at 4” is not an alarm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608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Values you said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46268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contact, a place, a number the user never said goes to the cloud mind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5010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The last value said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036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“3:30, no, cancel that, 430 instead” must plan 4:30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Not a question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80360" y="5431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“Is the AC on?” is answered, never switched 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5815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Nothing dropped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80360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“…actually never mind” is the cloud mind's to judge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1040" y="3886200"/>
            <a:ext cx="3364992" cy="233172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005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FAST MIND ALONE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8503920" y="4864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actions in 62 decisions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58400" y="42793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0.23 s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10058400" y="4864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decide (p50)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Held-out sentences: 14/14. A plan that fails a check costs a second, never a wrong action.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COORDINATOR AND ITS GUARDS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 early, commit late, act once: whichever mind made the plan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Deterministic, about 250 lines, covered by unit tests. The same code passed Round 1's benchmark.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5468112" cy="1078992"/>
          </a:xfrm>
          <a:prstGeom prst="roundRect">
            <a:avLst>
              <a:gd name="adj" fmla="val 8475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54864" cy="859536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75564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2048256"/>
            <a:ext cx="5157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new word voids older plans, even after the turn has closed. A cough only delays them.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1645920"/>
            <a:ext cx="5468112" cy="1078992"/>
          </a:xfrm>
          <a:prstGeom prst="roundRect">
            <a:avLst>
              <a:gd name="adj" fmla="val 8475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755648"/>
            <a:ext cx="54864" cy="859536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75564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Commit 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5936" y="2048256"/>
            <a:ext cx="5157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action waits until you have been quiet 1.4 s on the phone (1.8 s after “no wait”, 2.2 s after an open sentence). Thinking starts at once; only acting waits.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852928"/>
            <a:ext cx="5468112" cy="1078992"/>
          </a:xfrm>
          <a:prstGeom prst="roundRect">
            <a:avLst>
              <a:gd name="adj" fmla="val 8475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62656"/>
            <a:ext cx="54864" cy="859536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96265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Idempotency ledger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3255264"/>
            <a:ext cx="5157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action never runs twice, even if you barge in while it runs.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44768" y="2852928"/>
            <a:ext cx="5468112" cy="1078992"/>
          </a:xfrm>
          <a:prstGeom prst="roundRect">
            <a:avLst>
              <a:gd name="adj" fmla="val 8475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2962656"/>
            <a:ext cx="54864" cy="859536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96265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45936" y="3255264"/>
            <a:ext cx="5157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reading is retried once; a failed or unconfirmed change is never re-sent, and you are told.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160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GUARDS ADDED FOR THE PHONE: THEY HOLD WHATEVER A MODEL DECIDES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480560"/>
            <a:ext cx="11183112" cy="329184"/>
          </a:xfrm>
          <a:prstGeom prst="roundRect">
            <a:avLst>
              <a:gd name="adj" fmla="val 27778"/>
            </a:avLst>
          </a:prstGeom>
          <a:solidFill>
            <a:srgbClr val="F5F7FB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26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“Call my…”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7680" y="4526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 off mid-phrase: nothing is done; DUET asks for the rest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855464"/>
            <a:ext cx="111831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01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“6:30, or maybe 7, hmm”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0" y="49011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undecided: nothing is done; DUET asks which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230368"/>
            <a:ext cx="11183112" cy="329184"/>
          </a:xfrm>
          <a:prstGeom prst="roundRect">
            <a:avLst>
              <a:gd name="adj" fmla="val 27778"/>
            </a:avLst>
          </a:prstGeom>
          <a:solidFill>
            <a:srgbClr val="F5F7FB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276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“Set an alarm for 6:30” at 11:50 pm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0" y="52760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 without AM/PM means the next one: 6:30 tomorrow morning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605272"/>
            <a:ext cx="111831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650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“Turn off the light” (two lights)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0" y="56509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name that fits two devices is asked about, never guessed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980176"/>
            <a:ext cx="11183112" cy="329184"/>
          </a:xfrm>
          <a:prstGeom prst="roundRect">
            <a:avLst>
              <a:gd name="adj" fmla="val 27778"/>
            </a:avLst>
          </a:prstGeom>
          <a:solidFill>
            <a:srgbClr val="F5F7FB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025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request the user dropped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97680" y="60258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acted on by the fast mind; the cloud mind judges what is left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ON A GALAXY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Android's public interfaces, a real SmartThings home, and the world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modes: Assistant for every Galaxy owner, Care for an older person living alone, Drive for eyes on the road.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Alarms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1719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DUET's own: exact set, cancel, list; ring; on the lock screen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0136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013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44768" y="164592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10728" y="1719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Clock app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71048" y="180136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71048" y="18013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28600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359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Battery &amp; heat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68880" y="23591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charge, drain, temperature, health, screen, apps used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44144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44768" y="228600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359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Brightness &amp; timeout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10728" y="23591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changed on request, never unasked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671048" y="244144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71048" y="24414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292608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2999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Apps &amp; settings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68880" y="2999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open, count, the right settings screen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308152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08152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44768" y="292608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999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10728" y="2999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navigation; DUET keeps listening behind 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671048" y="308152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71048" y="308152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2920" y="356616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Calls &amp; texts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468880" y="36393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contacts; direct or with one tap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0" y="372160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7216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44768" y="356616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Torch · media · volume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110728" y="36393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on, off, play, pause, skip, set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671048" y="372160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71048" y="37216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02920" y="420624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" y="4279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Calendar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468880" y="42793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in the phone's calendar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0" y="436168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43616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44768" y="420624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279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SmartThings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110728" y="42793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lights, AC, TV, lock, vacuum, washer: live in Samsung's app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671048" y="436168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CF1E1"/>
          </a:solidFill>
          <a:ln w="12700">
            <a:solidFill>
              <a:srgbClr val="FCF1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71048" y="43616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API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02920" y="484632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" y="49194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Weather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2468880" y="49194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Open-Meteo, any town, the next 6 days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29200" y="500176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50017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144768" y="484632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49194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 answers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8110728" y="49194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with Google Search grounding, with sources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0671048" y="500176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71048" y="50017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02920" y="548640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7512" y="5559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Medicines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2468880" y="5559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and double-dose guard (Care)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029200" y="564184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0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ON-PHONE DATA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144768" y="548640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B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5559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car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110728" y="5559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and climate (Drive)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671048" y="564184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71048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SIMULATED, LABELLED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HONEST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never says something is done before the device says so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rule below exists because a test caught DUET, or Android, doing otherwise.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5468112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54864" cy="1170432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75564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Confirmed from the device's reply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2048256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“Alarm set for 7 in the morning.” is built from Android's own answer, with no model call, the moment the action is done.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1645920"/>
            <a:ext cx="5468112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755648"/>
            <a:ext cx="54864" cy="1170432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75564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 is not done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5936" y="2048256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SmartThings change counts only when the device reports its new state; otherwise DUET says it was sent, not done.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82112"/>
            <a:ext cx="5468112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291840"/>
            <a:ext cx="54864" cy="1170432"/>
          </a:xfrm>
          <a:prstGeom prst="rect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29184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Unknown stays unknown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3584448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phone never answers, the action is never re-sent and DUET says it may not have gone through. (A test caught “I've set a timer” here.)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44768" y="3182112"/>
            <a:ext cx="5468112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3291840"/>
            <a:ext cx="54864" cy="1170432"/>
          </a:xfrm>
          <a:prstGeom prst="rect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29184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cloud? Said at once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45936" y="3584448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2 s of not reaching Google, DUET says so; simple actions keep working on the fast mind. A drill button cuts the cloud live.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718304"/>
            <a:ext cx="5468112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828032"/>
            <a:ext cx="54864" cy="1170432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828032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Android's limits, said plainly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" y="5120640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Google Maps, Android blocks opening other apps unless DUET may appear on top: DUET says what to allow instead of pretending.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4768" y="4718304"/>
            <a:ext cx="5468112" cy="1389888"/>
          </a:xfrm>
          <a:prstGeom prst="roundRect">
            <a:avLst>
              <a:gd name="adj" fmla="val 6579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4768" y="4828032"/>
            <a:ext cx="54864" cy="1170432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4828032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Its own alarms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5936" y="5120640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Google's Clock ignored a cancel request and Android lets no app check the Clock's alarms. So DUET keeps exact alarms of its own.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 KNOW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kinds of tests, run again after every fix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Spoken scenarios have three kinds of expectations: what DUET must do, must never do, and must never claim.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rule: the gate, the ledger, the guards, the routing, the key pool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64592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spoken scenarios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Galaxy Correction Suite: corrections, wavering, barge-in, noise, drills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164592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 cases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app on Android 16, also behind Google Maps and with the cloud cut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06840" y="164592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897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fast-mind decisions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held-out sentences written after its checks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E4F3EA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478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LATEST FULL RUN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34/36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85800" y="4425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spoken conversations passed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· 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108960" y="4425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· duplicate 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5029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mind on our GPU, cloud mind Gemma 4 26B, a simulated phone answering exactly as the app does, the real SmartThings home.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577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misses (a misheard time, a light turned on that was already on) were fixed and re-run: 10 of 10.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3429000"/>
            <a:ext cx="5879592" cy="2834640"/>
          </a:xfrm>
          <a:prstGeom prst="roundRect">
            <a:avLst>
              <a:gd name="adj" fmla="val 322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5478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BUGS OUR TESTS CAUGHT BEFORE ANY JURY DID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886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“Garage door” matched the front door lock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89320" y="42153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“Turn on the AC at 22” left it at 24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89320" y="45445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A timer the phone never confirmed was later called “set”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89320" y="48737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A blocked call was retried eight times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89320" y="52029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“Call my” … “my daughter” lost the word “call”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89320" y="5532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A dropped alarm was set on a second look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89320" y="58613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✗→✓  The Clock app ignored a cancel; Android blocked actions behind Maps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dead air: something useful within a second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from the end of the user's speech, p50. Before: the phone app on 30 Sep (cloud mind only). Now: two speeds, the latest suite.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“Sure.” / “One moment.”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824667" cy="36576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7947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1.8 s  before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313432"/>
            <a:ext cx="416966" cy="365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0246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0.9 s  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Action done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3108960"/>
            <a:ext cx="2594458" cy="36576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7738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5.6 s  before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547872"/>
            <a:ext cx="1158240" cy="365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52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2.5 s  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ready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4343400"/>
            <a:ext cx="6625133" cy="36576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08413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14.3 s  before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4782312"/>
            <a:ext cx="1899514" cy="3657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2794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4.1 s  now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44068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550408"/>
            <a:ext cx="54864" cy="6492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5550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 mind first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" y="5843016"/>
            <a:ext cx="2359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actions never wait for the cloud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544068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5550408"/>
            <a:ext cx="54864" cy="6492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5550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Minimal thinking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38728" y="5843016"/>
            <a:ext cx="2359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cloud mind answers without a long reasoning step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544068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550408"/>
            <a:ext cx="54864" cy="6492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5550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Acknowledged by route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73368" y="5843016"/>
            <a:ext cx="2359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“Sure.” the moment the fast mind acts; “One moment.” the moment the cloud takes over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006840" y="544068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0" y="5550408"/>
            <a:ext cx="54864" cy="6492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08008" y="5550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Confirmed from the device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08008" y="5843016"/>
            <a:ext cx="2359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second model call to say “done”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PROTOTYPE TO PRISM WORKLET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split moves onto the phone; the coordinator moves with 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the brain runs on our edge machine and Google's cloud. The design was made to fit on the device.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for Galaxy  ·  Team SE7EN, SRM  ·  Samsung PRISM GenAI Hackathon 2026-27  ·  Theme 05  ·  Round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01368"/>
            <a:ext cx="54864" cy="1517904"/>
          </a:xfrm>
          <a:prstGeom prst="rect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80136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2093976"/>
            <a:ext cx="33009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edge: ears, fast mind, coordinator. Phone: the hands. Cloud: depth.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2560320"/>
            <a:ext cx="164592" cy="91"/>
          </a:xfrm>
          <a:prstGeom prst="line">
            <a:avLst/>
          </a:prstGeom>
          <a:noFill/>
          <a:ln w="1905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79392" y="16916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1801368"/>
            <a:ext cx="54864" cy="151790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0136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Next: on the phone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093976"/>
            <a:ext cx="33009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Kotlin coordinator (a 1:1 port, the same tests); Gemma 4 E2B on-device with Google's LiteRT-LM; on-device speech; the cloud only for depth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91272" y="2560320"/>
            <a:ext cx="164592" cy="91"/>
          </a:xfrm>
          <a:prstGeom prst="line">
            <a:avLst/>
          </a:prstGeom>
          <a:noFill/>
          <a:ln w="19050">
            <a:solidFill>
              <a:srgbClr val="1428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55864" y="16916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1801368"/>
            <a:ext cx="54864" cy="1517904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180136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 Samsung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57032" y="2093976"/>
            <a:ext cx="33009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Bind to Bixby's device agents, AppFunctions and SmartThings directly; Samsung Clock's own API; the side button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767328"/>
            <a:ext cx="54864" cy="1700784"/>
          </a:xfrm>
          <a:prstGeom prst="rect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76732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is not, yet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" y="4059936"/>
            <a:ext cx="5175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phone app's brain runs on a laptop today (the phone is ears, mouth and hands).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car is simulated. English only.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payments, no acting inside other apps (Android's rules), no emergency calls: it says so.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9632" y="365760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3767328"/>
            <a:ext cx="54864" cy="1700784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76732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matters for Samsung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059936"/>
            <a:ext cx="5175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assistant that acts (Bixby's agents, Car-to-Home, an AI contact centre) needs the same guarantees: never act on a corrected value, never twice, never claim before it happened.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is that layer: models are configuration, the coordinator is the product.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18182"/>
            </a:avLst>
          </a:prstGeom>
          <a:solidFill>
            <a:srgbClr val="E6EB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76072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you. Now please interrupt it yourselves.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SRM Institute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DUET for Galaxy: Round 2</dc:title>
  <dc:subject>Samsung PRISM GenAI Hackathon 2026-27, Theme 05, Round 2</dc:subject>
  <dc:creator>Team SE7EN (SRM)</dc:creator>
  <cp:lastModifiedBy>Team SE7EN (SRM)</cp:lastModifiedBy>
  <cp:revision>1</cp:revision>
  <dcterms:created xsi:type="dcterms:W3CDTF">2026-10-17T15:22:58Z</dcterms:created>
  <dcterms:modified xsi:type="dcterms:W3CDTF">2026-10-17T15:22:58Z</dcterms:modified>
</cp:coreProperties>
</file>